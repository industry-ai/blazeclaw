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29260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一年级英语上册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F36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让我们一起快乐学英语吧！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新起点 . 新伙伴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认识新朋友，用英语打招呼！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学会说 Hello / Hi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学会说 Goodbye / Bye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学会问和答 What's your name?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学唱英语歌曲！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打招呼 - Greetings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-&gt; 你好 / 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-&gt; 嗨 / 你好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Goodbye -&gt; 再见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Bye -&gt; 拜拜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0" y="274320"/>
            <a:ext cx="2011680" cy="457200"/>
          </a:xfrm>
          <a:prstGeom prst="rect">
            <a:avLst/>
          </a:prstGeom>
          <a:solidFill>
            <a:srgbClr val="FF98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跟我读！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8F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1463040"/>
            <a:ext cx="38404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8F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对话练习 - Let's Talk!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12064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Hi!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1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Goodbye!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2064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Bye-bye!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自我介绍 - My Name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name?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2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你叫什么名字？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is ...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我的名字是……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E9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同桌互练：问对方名字吧！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课堂小游戏 - Game Time!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游戏规则：老师说 Hello/Hi，小朋友跟着说！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老师说：Hello!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小朋友说：Hello!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老师说：Goodbye!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小朋友说：Bye-bye!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学唱歌曲 - Hello Song!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Hello, hello, hello!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3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Hello, how are you?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7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fine, I'm fine.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C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I'm fine, thank you!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0" y="4206240"/>
            <a:ext cx="3657600" cy="54864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全班一起唱！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0"/>
            <a:ext cx="8595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AB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- Let's Practice!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F36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选一选，圈出正确的答案：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早上见到同学，你应该说：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Goodbye    B. Hello    C. Bye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放学了，对老师说：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Hello    B. Hi    C. Goodbye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你想知道对方名字，问：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What's your name?    B. Hello    C. Goodbye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总结与归纳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8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今天学到的单词和句子：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Hello -&gt; 你好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 -&gt; 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Goodbye -&gt; 再见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Bye -&gt; 拜拜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88E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What's your name? -&gt; 你叫什么名字？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 name is ... -&gt; 我的名字是……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14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听录音，跟读 Hello, Hi, Goodbye, Bye 各5遍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A1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用英语向爸妈打招呼：Hello! / Goodbye!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B1F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练习自我介绍：My name is ...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E24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唱 Hello Song 给家人听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FF98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加油！你真棒！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一年级英语 Unit 1 - Hello!</dc:title>
  <dc:subject>英语</dc:subject>
  <dc:creator>AI PPT</dc:creator>
  <cp:lastModifiedBy>AI PPT</cp:lastModifiedBy>
  <cp:revision>1</cp:revision>
  <dcterms:created xsi:type="dcterms:W3CDTF">2026-06-26T09:45:58Z</dcterms:created>
  <dcterms:modified xsi:type="dcterms:W3CDTF">2026-06-26T09:45:58Z</dcterms:modified>
</cp:coreProperties>
</file>