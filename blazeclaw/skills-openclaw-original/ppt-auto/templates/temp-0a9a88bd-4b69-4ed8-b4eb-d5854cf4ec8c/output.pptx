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29260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一年级英语上册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36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让我们一起快乐学英语吧！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🎒 新起点 · 新伙伴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学习目标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认识新朋友，用英语打招呼！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学会说 Hello / Hi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学会说 Goodbye / Bye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学会问和答 What's your name?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学唱英语歌曲！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打招呼 — Greetings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→ 你好 / 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→ 嗨 / 你好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Goodbye → 再见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Bye → 拜拜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0" y="274320"/>
            <a:ext cx="2011680" cy="457200"/>
          </a:xfrm>
          <a:prstGeom prst="rect">
            <a:avLst/>
          </a:prstGeom>
          <a:solidFill>
            <a:srgbClr val="FF98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🗣️ 跟我读！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000000"/>
          </a:solidFill>
          <a:ln w="25400">
            <a:solidFill>
              <a:srgbClr val="F48F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1463040"/>
            <a:ext cx="3840480" cy="2926080"/>
          </a:xfrm>
          <a:prstGeom prst="rect">
            <a:avLst/>
          </a:prstGeom>
          <a:solidFill>
            <a:srgbClr val="000000"/>
          </a:solidFill>
          <a:ln w="25400">
            <a:solidFill>
              <a:srgbClr val="F48F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对话练习 — Let's Talk!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🧒 小明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12064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Hi! 😊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👧 小红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Goodbye!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2064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Bye-bye! ✋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自我介绍 — My Name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name?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2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你叫什么名字？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is ...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我的名字是……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E9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🎤 同桌互练：问对方名字吧！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课堂小游戏 — Game Time!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游戏规则：老师说 Hello/Hi，小朋友说 Hello/Hi 回应！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🅰️ 老师说：Hello!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🅱️ 小朋友说：Hello! 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🅲 老师说：Goodbye!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🅳 小朋友说：Bye-bye! 🖐️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学唱歌曲 — Hello Song!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🎶 Hello, hello, hello!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🎶 Hello, how are you?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7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🎶 I'm fine, I'm fine.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C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🎶 I'm fine, thank you!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0" y="4206240"/>
            <a:ext cx="3657600" cy="54864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全班一起唱！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FFAB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课堂练习 — Let's Practice!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F36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选一选，圈出正确的答案：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早上见到同学，你应该说：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Goodbye    B. Hello    C. Bye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放学了，对老师说：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Hello    B. Hi    C. Goodbye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你想知道对方名字，问：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What's your name?    B. Hello    C. Goodbye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000000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总结与归纳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8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今天学到的单词和句子：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Hello → 你好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Hi → 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Goodbye → 再见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👋 Bye → 拜拜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8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What's your name? → 你叫什么名字？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My name is ... → 我的名字是……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课后作业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14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1. 听录音，跟读 Hello, Hi, Goodbye, Bye 各5遍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A1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🗣️ 2. 用英语向爸妈打招呼：Hello! / Goodbye!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🎤 3. 练习自我介绍：My name is ...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E2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4. 唱 Hello Song 给家人听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FF98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加油！你真棒！ ⭐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一年级英语 Unit 1 - Hello!</dc:title>
  <dc:subject>英语</dc:subject>
  <dc:creator>AI PPT</dc:creator>
  <cp:lastModifiedBy>AI PPT</cp:lastModifiedBy>
  <cp:revision>1</cp:revision>
  <dcterms:created xsi:type="dcterms:W3CDTF">2026-06-26T09:44:57Z</dcterms:created>
  <dcterms:modified xsi:type="dcterms:W3CDTF">2026-06-26T09:44:57Z</dcterms:modified>
</cp:coreProperties>
</file>