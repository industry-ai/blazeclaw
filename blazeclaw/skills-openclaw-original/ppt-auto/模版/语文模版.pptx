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3" r:id="rId4"/>
    <p:sldId id="269" r:id="rId5"/>
    <p:sldId id="279" r:id="rId6"/>
    <p:sldId id="275" r:id="rId7"/>
    <p:sldId id="282" r:id="rId8"/>
    <p:sldId id="271"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514A"/>
    <a:srgbClr val="448763"/>
    <a:srgbClr val="A7B6D9"/>
    <a:srgbClr val="A1B2D7"/>
    <a:srgbClr val="5E7ABA"/>
    <a:srgbClr val="3C548B"/>
    <a:srgbClr val="CAB5A6"/>
    <a:srgbClr val="B99C88"/>
    <a:srgbClr val="B69885"/>
    <a:srgbClr val="1335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3" d="100"/>
          <a:sy n="103" d="100"/>
        </p:scale>
        <p:origin x="87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过渡页">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45884" y="1780813"/>
            <a:ext cx="8023778" cy="277634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sp>
        <p:nvSpPr>
          <p:cNvPr id="10" name="矩形 9"/>
          <p:cNvSpPr/>
          <p:nvPr userDrawn="1"/>
        </p:nvSpPr>
        <p:spPr>
          <a:xfrm>
            <a:off x="499463" y="506094"/>
            <a:ext cx="11406433" cy="6127750"/>
          </a:xfrm>
          <a:prstGeom prst="rect">
            <a:avLst/>
          </a:prstGeom>
          <a:solidFill>
            <a:srgbClr val="54A5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阿里巴巴普惠体 Light" panose="00020600040101010101" pitchFamily="18" charset="-122"/>
              <a:ea typeface="阿里巴巴普惠体 Light" panose="00020600040101010101" pitchFamily="18" charset="-122"/>
              <a:cs typeface="+mn-cs"/>
            </a:endParaRPr>
          </a:p>
        </p:txBody>
      </p:sp>
      <p:sp>
        <p:nvSpPr>
          <p:cNvPr id="11" name="矩形 10"/>
          <p:cNvSpPr/>
          <p:nvPr userDrawn="1"/>
        </p:nvSpPr>
        <p:spPr>
          <a:xfrm>
            <a:off x="286105" y="282367"/>
            <a:ext cx="11535972" cy="62565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阿里巴巴普惠体 Light" panose="00020600040101010101" pitchFamily="18" charset="-122"/>
              <a:ea typeface="阿里巴巴普惠体 Light" panose="00020600040101010101" pitchFamily="18"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2.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Aichitds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85365" y="1209675"/>
            <a:ext cx="7296785" cy="3762375"/>
          </a:xfrm>
          <a:prstGeom prst="rect">
            <a:avLst/>
          </a:prstGeom>
        </p:spPr>
      </p:pic>
      <p:sp>
        <p:nvSpPr>
          <p:cNvPr id="6" name="Aichitds2"/>
          <p:cNvSpPr txBox="1"/>
          <p:nvPr/>
        </p:nvSpPr>
        <p:spPr>
          <a:xfrm>
            <a:off x="2901821" y="2026696"/>
            <a:ext cx="5989203" cy="7683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4400" b="1" i="0" u="none" strike="noStrike" kern="1200" cap="none" spc="600" normalizeH="0" baseline="0" noProof="0" dirty="0">
                <a:ln w="25400" cap="rnd">
                  <a:noFill/>
                </a:ln>
                <a:solidFill>
                  <a:srgbClr val="448763"/>
                </a:solidFill>
                <a:effectLst/>
                <a:uLnTx/>
                <a:uFillTx/>
                <a:latin typeface="黑体" panose="02010609060101010101" charset="-122"/>
                <a:ea typeface="黑体" panose="02010609060101010101" charset="-122"/>
                <a:cs typeface="+mn-cs"/>
              </a:rPr>
              <a:t>幼儿园国学</a:t>
            </a:r>
            <a:endParaRPr kumimoji="1" lang="zh-CN" altLang="en-US" sz="4400" b="1" i="0" u="none" strike="noStrike" kern="1200" cap="none" spc="600" normalizeH="0" baseline="0" noProof="0" dirty="0">
              <a:ln w="25400" cap="rnd">
                <a:noFill/>
              </a:ln>
              <a:solidFill>
                <a:srgbClr val="448763"/>
              </a:solidFill>
              <a:effectLst/>
              <a:uLnTx/>
              <a:uFillTx/>
              <a:latin typeface="黑体" panose="02010609060101010101" charset="-122"/>
              <a:ea typeface="黑体" panose="02010609060101010101" charset="-122"/>
              <a:cs typeface="+mn-cs"/>
            </a:endParaRPr>
          </a:p>
        </p:txBody>
      </p:sp>
      <p:pic>
        <p:nvPicPr>
          <p:cNvPr id="10" name="Aichitds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1259" y="3353772"/>
            <a:ext cx="3241309" cy="2493314"/>
          </a:xfrm>
          <a:prstGeom prst="rect">
            <a:avLst/>
          </a:prstGeom>
        </p:spPr>
      </p:pic>
      <p:sp>
        <p:nvSpPr>
          <p:cNvPr id="2" name="文本框 1"/>
          <p:cNvSpPr txBox="1"/>
          <p:nvPr/>
        </p:nvSpPr>
        <p:spPr>
          <a:xfrm>
            <a:off x="2795270" y="3171190"/>
            <a:ext cx="6096000" cy="768350"/>
          </a:xfrm>
          <a:prstGeom prst="rect">
            <a:avLst/>
          </a:prstGeom>
          <a:noFill/>
        </p:spPr>
        <p:txBody>
          <a:bodyPr wrap="square" rtlCol="0" anchor="t">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4400" b="1" spc="600" dirty="0">
                <a:ln w="25400" cap="rnd">
                  <a:noFill/>
                </a:ln>
                <a:solidFill>
                  <a:srgbClr val="448763"/>
                </a:solidFill>
                <a:latin typeface="黑体" panose="02010609060101010101" charset="-122"/>
                <a:ea typeface="黑体" panose="02010609060101010101" charset="-122"/>
                <a:sym typeface="+mn-ea"/>
              </a:rPr>
              <a:t>古文</a:t>
            </a:r>
            <a:r>
              <a:rPr kumimoji="1" lang="zh-CN" altLang="en-US" sz="4400" b="1" spc="600" noProof="0" dirty="0">
                <a:ln w="25400" cap="rnd">
                  <a:noFill/>
                </a:ln>
                <a:solidFill>
                  <a:srgbClr val="448763"/>
                </a:solidFill>
                <a:effectLst/>
                <a:uLnTx/>
                <a:uFillTx/>
                <a:latin typeface="黑体" panose="02010609060101010101" charset="-122"/>
                <a:ea typeface="黑体" panose="02010609060101010101" charset="-122"/>
                <a:sym typeface="+mn-ea"/>
              </a:rPr>
              <a:t>模板</a:t>
            </a:r>
            <a:endParaRPr kumimoji="1" lang="zh-CN" altLang="en-US" sz="4400" b="1" spc="600" noProof="0" dirty="0">
              <a:ln w="25400" cap="rnd">
                <a:noFill/>
              </a:ln>
              <a:solidFill>
                <a:srgbClr val="448763"/>
              </a:solidFill>
              <a:effectLst/>
              <a:uLnTx/>
              <a:uFillTx/>
              <a:latin typeface="黑体" panose="02010609060101010101" charset="-122"/>
              <a:ea typeface="黑体" panose="02010609060101010101"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ichitds1"/>
          <p:cNvSpPr txBox="1"/>
          <p:nvPr/>
        </p:nvSpPr>
        <p:spPr>
          <a:xfrm>
            <a:off x="1299538" y="489055"/>
            <a:ext cx="2865460" cy="492443"/>
          </a:xfrm>
          <a:prstGeom prst="rect">
            <a:avLst/>
          </a:prstGeom>
          <a:noFill/>
        </p:spPr>
        <p:txBody>
          <a:bodyPr wrap="square" rtlCol="0">
            <a:spAutoFit/>
          </a:bodyPr>
          <a:lstStyle/>
          <a:p>
            <a:r>
              <a:rPr kumimoji="1" lang="zh-CN" altLang="en-US" sz="2600" b="1" spc="600" dirty="0">
                <a:ln w="25400" cap="rnd">
                  <a:noFill/>
                </a:ln>
                <a:solidFill>
                  <a:srgbClr val="13355A"/>
                </a:solidFill>
                <a:latin typeface="阿里巴巴普惠体" panose="00020600040101010101" pitchFamily="18" charset="-122"/>
                <a:ea typeface="阿里巴巴普惠体" panose="00020600040101010101" pitchFamily="18" charset="-122"/>
              </a:rPr>
              <a:t>前言</a:t>
            </a:r>
            <a:endParaRPr kumimoji="1" lang="zh-CN" altLang="en-US" sz="2600" b="1" spc="600" dirty="0">
              <a:ln w="25400" cap="rnd">
                <a:noFill/>
              </a:ln>
              <a:solidFill>
                <a:srgbClr val="13355A"/>
              </a:solidFill>
              <a:latin typeface="阿里巴巴普惠体" panose="00020600040101010101" pitchFamily="18" charset="-122"/>
              <a:ea typeface="阿里巴巴普惠体" panose="00020600040101010101" pitchFamily="18" charset="-122"/>
            </a:endParaRPr>
          </a:p>
        </p:txBody>
      </p:sp>
      <p:sp>
        <p:nvSpPr>
          <p:cNvPr id="4" name="Aichitds2"/>
          <p:cNvSpPr txBox="1"/>
          <p:nvPr/>
        </p:nvSpPr>
        <p:spPr>
          <a:xfrm>
            <a:off x="1299845" y="1336040"/>
            <a:ext cx="9678670" cy="4265930"/>
          </a:xfrm>
          <a:prstGeom prst="rect">
            <a:avLst/>
          </a:prstGeom>
          <a:noFill/>
        </p:spPr>
        <p:txBody>
          <a:bodyPr wrap="square" rtlCol="0">
            <a:noAutofit/>
          </a:bodyPr>
          <a:lstStyle/>
          <a:p>
            <a:pPr algn="ctr">
              <a:lnSpc>
                <a:spcPct val="125000"/>
              </a:lnSpc>
            </a:pPr>
            <a:r>
              <a:rPr kumimoji="1" lang="zh-CN" altLang="en-US" sz="2000" spc="300" dirty="0">
                <a:ln w="25400" cap="rnd">
                  <a:noFill/>
                </a:ln>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rPr>
              <a:t>正文字体均使用</a:t>
            </a:r>
            <a:r>
              <a:rPr kumimoji="1" lang="en-US" altLang="zh-CN" sz="2000" spc="300" dirty="0">
                <a:ln w="25400" cap="rnd">
                  <a:noFill/>
                </a:ln>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rPr>
              <a:t>XXXXXX</a:t>
            </a:r>
            <a:endParaRPr kumimoji="1" lang="en-US" altLang="zh-CN" sz="2000" spc="300" dirty="0">
              <a:ln w="25400" cap="rnd">
                <a:noFill/>
              </a:ln>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endParaRPr>
          </a:p>
          <a:p>
            <a:pPr algn="ctr">
              <a:lnSpc>
                <a:spcPct val="125000"/>
              </a:lnSpc>
            </a:pPr>
            <a:r>
              <a:rPr kumimoji="1" lang="zh-CN" altLang="en-US" sz="2000" spc="300" dirty="0">
                <a:ln w="25400" cap="rnd">
                  <a:noFill/>
                </a:ln>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rPr>
              <a:t>字号大小</a:t>
            </a:r>
            <a:r>
              <a:rPr kumimoji="1" lang="en-US" altLang="zh-CN" sz="2000" spc="300" dirty="0">
                <a:ln w="25400" cap="rnd">
                  <a:noFill/>
                </a:ln>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rPr>
              <a:t>20</a:t>
            </a:r>
            <a:r>
              <a:rPr kumimoji="1" lang="zh-CN" altLang="en-US" sz="2000" spc="300" dirty="0">
                <a:ln w="25400" cap="rnd">
                  <a:noFill/>
                </a:ln>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rPr>
              <a:t>号，根据排版需求最小</a:t>
            </a:r>
            <a:r>
              <a:rPr kumimoji="1" lang="en-US" altLang="zh-CN" sz="2000" spc="300" dirty="0">
                <a:ln w="25400" cap="rnd">
                  <a:noFill/>
                </a:ln>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rPr>
              <a:t>18</a:t>
            </a:r>
            <a:r>
              <a:rPr kumimoji="1" lang="zh-CN" altLang="en-US" sz="2000" spc="300" dirty="0">
                <a:ln w="25400" cap="rnd">
                  <a:noFill/>
                </a:ln>
                <a:solidFill>
                  <a:schemeClr val="tx1">
                    <a:lumMod val="85000"/>
                    <a:lumOff val="15000"/>
                  </a:schemeClr>
                </a:solidFill>
                <a:latin typeface="宋体" panose="02010600030101010101" pitchFamily="2" charset="-122"/>
                <a:ea typeface="宋体" panose="02010600030101010101" pitchFamily="2" charset="-122"/>
                <a:cs typeface="宋体" panose="02010600030101010101" pitchFamily="2" charset="-122"/>
              </a:rPr>
              <a:t>号</a:t>
            </a:r>
            <a:endParaRPr kumimoji="1" lang="en-US" altLang="zh-CN" sz="2000" spc="300" dirty="0">
              <a:ln w="25400" cap="rnd">
                <a:noFill/>
              </a:ln>
              <a:solidFill>
                <a:schemeClr val="tx1">
                  <a:lumMod val="85000"/>
                  <a:lumOff val="15000"/>
                </a:schemeClr>
              </a:solidFill>
              <a:latin typeface="阿里巴巴普惠体" panose="00020600040101010101" pitchFamily="18" charset="-122"/>
              <a:ea typeface="阿里巴巴普惠体" panose="00020600040101010101" pitchFamily="18" charset="-122"/>
            </a:endParaRPr>
          </a:p>
          <a:p>
            <a:pPr algn="ctr">
              <a:lnSpc>
                <a:spcPct val="125000"/>
              </a:lnSpc>
            </a:pPr>
            <a:r>
              <a:rPr kumimoji="1" lang="zh-CN" altLang="en-US" sz="2000" b="1" spc="300" dirty="0">
                <a:ln w="25400" cap="rnd">
                  <a:noFill/>
                </a:ln>
                <a:solidFill>
                  <a:srgbClr val="C00000"/>
                </a:solidFill>
                <a:latin typeface="阿里巴巴普惠体" panose="00020600040101010101" pitchFamily="18" charset="-122"/>
                <a:ea typeface="阿里巴巴普惠体" panose="00020600040101010101" pitchFamily="18" charset="-122"/>
              </a:rPr>
              <a:t>重点标记用该颜色标注</a:t>
            </a:r>
            <a:endParaRPr kumimoji="1" lang="zh-CN" altLang="en-US" sz="2000" b="1" spc="300" dirty="0">
              <a:ln w="25400" cap="rnd">
                <a:noFill/>
              </a:ln>
              <a:solidFill>
                <a:srgbClr val="C00000"/>
              </a:solidFill>
              <a:latin typeface="阿里巴巴普惠体" panose="00020600040101010101" pitchFamily="18" charset="-122"/>
              <a:ea typeface="阿里巴巴普惠体" panose="00020600040101010101" pitchFamily="18" charset="-122"/>
            </a:endParaRPr>
          </a:p>
        </p:txBody>
      </p:sp>
      <p:pic>
        <p:nvPicPr>
          <p:cNvPr id="8" name="Aichitds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00" y="77315"/>
            <a:ext cx="1258775" cy="12587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ichitds"/>
          <p:cNvSpPr txBox="1"/>
          <p:nvPr/>
        </p:nvSpPr>
        <p:spPr>
          <a:xfrm>
            <a:off x="3236715" y="2733843"/>
            <a:ext cx="553195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4800" b="1" i="0" u="none" strike="noStrike" kern="1200" cap="none" spc="600" normalizeH="0" baseline="0" noProof="0" dirty="0">
                <a:ln w="25400" cap="rnd">
                  <a:noFill/>
                </a:ln>
                <a:solidFill>
                  <a:srgbClr val="448763"/>
                </a:solidFill>
                <a:effectLst/>
                <a:uLnTx/>
                <a:uFillTx/>
                <a:latin typeface="宋体" panose="02010600030101010101" pitchFamily="2" charset="-122"/>
                <a:ea typeface="宋体" panose="02010600030101010101" pitchFamily="2" charset="-122"/>
                <a:cs typeface="+mn-cs"/>
              </a:rPr>
              <a:t>知识导入</a:t>
            </a:r>
            <a:endParaRPr kumimoji="1" lang="zh-CN" altLang="en-US" sz="4800" b="1" i="0" u="none" strike="noStrike" kern="1200" cap="none" spc="600" normalizeH="0" baseline="0" noProof="0" dirty="0">
              <a:ln w="25400" cap="rnd">
                <a:noFill/>
              </a:ln>
              <a:solidFill>
                <a:srgbClr val="448763"/>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Aichitds1"/>
          <p:cNvGrpSpPr/>
          <p:nvPr/>
        </p:nvGrpSpPr>
        <p:grpSpPr>
          <a:xfrm>
            <a:off x="-487235" y="1436000"/>
            <a:ext cx="2709440" cy="1001645"/>
            <a:chOff x="-487235" y="1436000"/>
            <a:chExt cx="2709440" cy="1001645"/>
          </a:xfrm>
        </p:grpSpPr>
        <p:grpSp>
          <p:nvGrpSpPr>
            <p:cNvPr id="15" name="组合 14"/>
            <p:cNvGrpSpPr/>
            <p:nvPr/>
          </p:nvGrpSpPr>
          <p:grpSpPr>
            <a:xfrm>
              <a:off x="271131" y="1675792"/>
              <a:ext cx="1951074" cy="498386"/>
              <a:chOff x="271131" y="1164781"/>
              <a:chExt cx="1951074" cy="498386"/>
            </a:xfrm>
          </p:grpSpPr>
          <p:sp>
            <p:nvSpPr>
              <p:cNvPr id="16" name="Aichitds1-1"/>
              <p:cNvSpPr/>
              <p:nvPr/>
            </p:nvSpPr>
            <p:spPr>
              <a:xfrm>
                <a:off x="271131" y="1164781"/>
                <a:ext cx="1951074" cy="498386"/>
              </a:xfrm>
              <a:prstGeom prst="roundRect">
                <a:avLst>
                  <a:gd name="adj" fmla="val 50000"/>
                </a:avLst>
              </a:prstGeom>
              <a:solidFill>
                <a:srgbClr val="FFD1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CA48"/>
                  </a:solidFill>
                </a:endParaRPr>
              </a:p>
            </p:txBody>
          </p:sp>
          <p:sp>
            <p:nvSpPr>
              <p:cNvPr id="18" name="Aichitds1-2"/>
              <p:cNvSpPr txBox="1"/>
              <p:nvPr/>
            </p:nvSpPr>
            <p:spPr>
              <a:xfrm>
                <a:off x="707605" y="1210369"/>
                <a:ext cx="1461976" cy="430887"/>
              </a:xfrm>
              <a:prstGeom prst="rect">
                <a:avLst/>
              </a:prstGeom>
              <a:noFill/>
            </p:spPr>
            <p:txBody>
              <a:bodyPr wrap="square" rtlCol="0">
                <a:spAutoFit/>
              </a:bodyPr>
              <a:lstStyle/>
              <a:p>
                <a:r>
                  <a:rPr kumimoji="1" lang="zh-CN" altLang="en-US" sz="2200" b="1" spc="300" dirty="0">
                    <a:ln w="25400" cap="rnd">
                      <a:noFill/>
                    </a:ln>
                    <a:solidFill>
                      <a:srgbClr val="BA5C21"/>
                    </a:solidFill>
                    <a:latin typeface="阿里巴巴普惠体" panose="00020600040101010101" pitchFamily="18" charset="-122"/>
                    <a:ea typeface="阿里巴巴普惠体" panose="00020600040101010101" pitchFamily="18" charset="-122"/>
                  </a:rPr>
                  <a:t>知识导入</a:t>
                </a:r>
                <a:endParaRPr kumimoji="1" lang="zh-CN" altLang="en-US" sz="2200" b="1" spc="300" dirty="0">
                  <a:ln w="25400" cap="rnd">
                    <a:noFill/>
                  </a:ln>
                  <a:solidFill>
                    <a:srgbClr val="BA5C21"/>
                  </a:solidFill>
                  <a:latin typeface="阿里巴巴普惠体" panose="00020600040101010101" pitchFamily="18" charset="-122"/>
                  <a:ea typeface="阿里巴巴普惠体" panose="00020600040101010101" pitchFamily="18" charset="-122"/>
                </a:endParaRPr>
              </a:p>
            </p:txBody>
          </p:sp>
        </p:grpSp>
        <p:pic>
          <p:nvPicPr>
            <p:cNvPr id="30" name="Aichitds1-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1385503">
              <a:off x="-487235" y="1436000"/>
              <a:ext cx="1791653" cy="1001645"/>
            </a:xfrm>
            <a:custGeom>
              <a:avLst/>
              <a:gdLst>
                <a:gd name="connsiteX0" fmla="*/ 0 w 1885951"/>
                <a:gd name="connsiteY0" fmla="*/ 0 h 1054363"/>
                <a:gd name="connsiteX1" fmla="*/ 1885951 w 1885951"/>
                <a:gd name="connsiteY1" fmla="*/ 0 h 1054363"/>
                <a:gd name="connsiteX2" fmla="*/ 1885951 w 1885951"/>
                <a:gd name="connsiteY2" fmla="*/ 1054363 h 1054363"/>
                <a:gd name="connsiteX3" fmla="*/ 0 w 1885951"/>
                <a:gd name="connsiteY3" fmla="*/ 1054363 h 1054363"/>
              </a:gdLst>
              <a:ahLst/>
              <a:cxnLst>
                <a:cxn ang="0">
                  <a:pos x="connsiteX0" y="connsiteY0"/>
                </a:cxn>
                <a:cxn ang="0">
                  <a:pos x="connsiteX1" y="connsiteY1"/>
                </a:cxn>
                <a:cxn ang="0">
                  <a:pos x="connsiteX2" y="connsiteY2"/>
                </a:cxn>
                <a:cxn ang="0">
                  <a:pos x="connsiteX3" y="connsiteY3"/>
                </a:cxn>
              </a:cxnLst>
              <a:rect l="l" t="t" r="r" b="b"/>
              <a:pathLst>
                <a:path w="1885951" h="1054363">
                  <a:moveTo>
                    <a:pt x="0" y="0"/>
                  </a:moveTo>
                  <a:lnTo>
                    <a:pt x="1885951" y="0"/>
                  </a:lnTo>
                  <a:lnTo>
                    <a:pt x="1885951" y="1054363"/>
                  </a:lnTo>
                  <a:lnTo>
                    <a:pt x="0" y="1054363"/>
                  </a:lnTo>
                  <a:close/>
                </a:path>
              </a:pathLst>
            </a:custGeom>
          </p:spPr>
        </p:pic>
      </p:grpSp>
      <p:grpSp>
        <p:nvGrpSpPr>
          <p:cNvPr id="34" name="Aichitds2"/>
          <p:cNvGrpSpPr/>
          <p:nvPr/>
        </p:nvGrpSpPr>
        <p:grpSpPr>
          <a:xfrm>
            <a:off x="-172925" y="2259032"/>
            <a:ext cx="2395129" cy="1124933"/>
            <a:chOff x="-172925" y="2259032"/>
            <a:chExt cx="2395129" cy="1124933"/>
          </a:xfrm>
        </p:grpSpPr>
        <p:grpSp>
          <p:nvGrpSpPr>
            <p:cNvPr id="19" name="组合 18"/>
            <p:cNvGrpSpPr/>
            <p:nvPr/>
          </p:nvGrpSpPr>
          <p:grpSpPr>
            <a:xfrm>
              <a:off x="271130" y="2612010"/>
              <a:ext cx="1951074" cy="498386"/>
              <a:chOff x="271130" y="2090179"/>
              <a:chExt cx="1951074" cy="498386"/>
            </a:xfrm>
          </p:grpSpPr>
          <p:sp>
            <p:nvSpPr>
              <p:cNvPr id="20" name="Aichitds2-1"/>
              <p:cNvSpPr/>
              <p:nvPr/>
            </p:nvSpPr>
            <p:spPr>
              <a:xfrm>
                <a:off x="271130" y="2090179"/>
                <a:ext cx="1951074" cy="498386"/>
              </a:xfrm>
              <a:prstGeom prst="roundRect">
                <a:avLst>
                  <a:gd name="adj" fmla="val 50000"/>
                </a:avLst>
              </a:prstGeom>
              <a:solidFill>
                <a:srgbClr val="A7B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5A51E"/>
                  </a:solidFill>
                </a:endParaRPr>
              </a:p>
            </p:txBody>
          </p:sp>
          <p:sp>
            <p:nvSpPr>
              <p:cNvPr id="21" name="Aichitds2-2"/>
              <p:cNvSpPr txBox="1"/>
              <p:nvPr/>
            </p:nvSpPr>
            <p:spPr>
              <a:xfrm>
                <a:off x="707605" y="2126745"/>
                <a:ext cx="1461976" cy="430887"/>
              </a:xfrm>
              <a:prstGeom prst="rect">
                <a:avLst/>
              </a:prstGeom>
              <a:noFill/>
            </p:spPr>
            <p:txBody>
              <a:bodyPr wrap="square" rtlCol="0">
                <a:spAutoFit/>
              </a:bodyPr>
              <a:lstStyle/>
              <a:p>
                <a:r>
                  <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rPr>
                  <a:t>例题精析</a:t>
                </a:r>
                <a:endPar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endParaRPr>
              </a:p>
            </p:txBody>
          </p:sp>
        </p:grpSp>
        <p:pic>
          <p:nvPicPr>
            <p:cNvPr id="33" name="Aichitds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925" y="2259032"/>
              <a:ext cx="1124933" cy="1124933"/>
            </a:xfrm>
            <a:prstGeom prst="rect">
              <a:avLst/>
            </a:prstGeom>
          </p:spPr>
        </p:pic>
      </p:grpSp>
      <p:grpSp>
        <p:nvGrpSpPr>
          <p:cNvPr id="35" name="Aichitds3"/>
          <p:cNvGrpSpPr/>
          <p:nvPr/>
        </p:nvGrpSpPr>
        <p:grpSpPr>
          <a:xfrm>
            <a:off x="-172925" y="3174476"/>
            <a:ext cx="2395129" cy="1124933"/>
            <a:chOff x="-172925" y="2259032"/>
            <a:chExt cx="2395129" cy="1124933"/>
          </a:xfrm>
        </p:grpSpPr>
        <p:grpSp>
          <p:nvGrpSpPr>
            <p:cNvPr id="36" name="组合 35"/>
            <p:cNvGrpSpPr/>
            <p:nvPr/>
          </p:nvGrpSpPr>
          <p:grpSpPr>
            <a:xfrm>
              <a:off x="271130" y="2612010"/>
              <a:ext cx="1951074" cy="498386"/>
              <a:chOff x="271130" y="2090179"/>
              <a:chExt cx="1951074" cy="498386"/>
            </a:xfrm>
          </p:grpSpPr>
          <p:sp>
            <p:nvSpPr>
              <p:cNvPr id="38" name="Aichitds3-1"/>
              <p:cNvSpPr/>
              <p:nvPr/>
            </p:nvSpPr>
            <p:spPr>
              <a:xfrm>
                <a:off x="271130" y="2090179"/>
                <a:ext cx="1951074" cy="498386"/>
              </a:xfrm>
              <a:prstGeom prst="roundRect">
                <a:avLst>
                  <a:gd name="adj" fmla="val 50000"/>
                </a:avLst>
              </a:prstGeom>
              <a:solidFill>
                <a:srgbClr val="A7B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5A51E"/>
                  </a:solidFill>
                </a:endParaRPr>
              </a:p>
            </p:txBody>
          </p:sp>
          <p:sp>
            <p:nvSpPr>
              <p:cNvPr id="39" name="Aichitds3-2"/>
              <p:cNvSpPr txBox="1"/>
              <p:nvPr/>
            </p:nvSpPr>
            <p:spPr>
              <a:xfrm>
                <a:off x="707605" y="2126745"/>
                <a:ext cx="1461976" cy="430887"/>
              </a:xfrm>
              <a:prstGeom prst="rect">
                <a:avLst/>
              </a:prstGeom>
              <a:noFill/>
            </p:spPr>
            <p:txBody>
              <a:bodyPr wrap="square" rtlCol="0">
                <a:spAutoFit/>
              </a:bodyPr>
              <a:lstStyle/>
              <a:p>
                <a:r>
                  <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rPr>
                  <a:t>课堂练习</a:t>
                </a:r>
                <a:endPar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endParaRPr>
              </a:p>
            </p:txBody>
          </p:sp>
        </p:grpSp>
        <p:pic>
          <p:nvPicPr>
            <p:cNvPr id="37" name="Aichitds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925" y="2259032"/>
              <a:ext cx="1124933" cy="1124933"/>
            </a:xfrm>
            <a:prstGeom prst="rect">
              <a:avLst/>
            </a:prstGeom>
          </p:spPr>
        </p:pic>
      </p:grpSp>
      <p:grpSp>
        <p:nvGrpSpPr>
          <p:cNvPr id="17" name="Aichitds4"/>
          <p:cNvGrpSpPr/>
          <p:nvPr/>
        </p:nvGrpSpPr>
        <p:grpSpPr>
          <a:xfrm>
            <a:off x="-172925" y="4013187"/>
            <a:ext cx="2395129" cy="1124933"/>
            <a:chOff x="-172925" y="2259032"/>
            <a:chExt cx="2395129" cy="1124933"/>
          </a:xfrm>
        </p:grpSpPr>
        <p:grpSp>
          <p:nvGrpSpPr>
            <p:cNvPr id="22" name="组合 21"/>
            <p:cNvGrpSpPr/>
            <p:nvPr/>
          </p:nvGrpSpPr>
          <p:grpSpPr>
            <a:xfrm>
              <a:off x="271130" y="2612010"/>
              <a:ext cx="1951074" cy="498386"/>
              <a:chOff x="271130" y="2090179"/>
              <a:chExt cx="1951074" cy="498386"/>
            </a:xfrm>
          </p:grpSpPr>
          <p:sp>
            <p:nvSpPr>
              <p:cNvPr id="24" name="Aichitds4-1"/>
              <p:cNvSpPr/>
              <p:nvPr/>
            </p:nvSpPr>
            <p:spPr>
              <a:xfrm>
                <a:off x="271130" y="2090179"/>
                <a:ext cx="1951074" cy="498386"/>
              </a:xfrm>
              <a:prstGeom prst="roundRect">
                <a:avLst>
                  <a:gd name="adj" fmla="val 50000"/>
                </a:avLst>
              </a:prstGeom>
              <a:solidFill>
                <a:srgbClr val="A7B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5A51E"/>
                  </a:solidFill>
                </a:endParaRPr>
              </a:p>
            </p:txBody>
          </p:sp>
          <p:sp>
            <p:nvSpPr>
              <p:cNvPr id="25" name="Aichitds4-2"/>
              <p:cNvSpPr txBox="1"/>
              <p:nvPr/>
            </p:nvSpPr>
            <p:spPr>
              <a:xfrm>
                <a:off x="707605" y="2126745"/>
                <a:ext cx="1461976" cy="430887"/>
              </a:xfrm>
              <a:prstGeom prst="rect">
                <a:avLst/>
              </a:prstGeom>
              <a:noFill/>
            </p:spPr>
            <p:txBody>
              <a:bodyPr wrap="square" rtlCol="0">
                <a:spAutoFit/>
              </a:bodyPr>
              <a:lstStyle/>
              <a:p>
                <a:r>
                  <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rPr>
                  <a:t>原文对照</a:t>
                </a:r>
                <a:endPar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endParaRPr>
              </a:p>
            </p:txBody>
          </p:sp>
        </p:grpSp>
        <p:pic>
          <p:nvPicPr>
            <p:cNvPr id="23" name="Aichitds4-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925" y="2259032"/>
              <a:ext cx="1124933" cy="1124933"/>
            </a:xfrm>
            <a:prstGeom prst="rect">
              <a:avLst/>
            </a:prstGeom>
          </p:spPr>
        </p:pic>
      </p:grpSp>
      <p:sp>
        <p:nvSpPr>
          <p:cNvPr id="26" name="Aichitds5"/>
          <p:cNvSpPr/>
          <p:nvPr/>
        </p:nvSpPr>
        <p:spPr>
          <a:xfrm>
            <a:off x="5372735" y="1276985"/>
            <a:ext cx="1985010" cy="3959860"/>
          </a:xfrm>
          <a:prstGeom prst="rect">
            <a:avLst/>
          </a:prstGeom>
        </p:spPr>
        <p:txBody>
          <a:bodyPr vert="eaVert" wrap="square" lIns="0" tIns="0" rIns="0" bIns="0">
            <a:noAutofit/>
          </a:bodyPr>
          <a:lstStyle/>
          <a:p>
            <a:pPr>
              <a:lnSpc>
                <a:spcPct val="130000"/>
              </a:lnSpc>
            </a:pPr>
            <a:r>
              <a:rPr lang="zh-CN" altLang="en-US" sz="1600" spc="600" dirty="0">
                <a:latin typeface="宋体" panose="02010600030101010101" pitchFamily="2" charset="-122"/>
                <a:ea typeface="宋体" panose="02010600030101010101" pitchFamily="2" charset="-122"/>
                <a:sym typeface="+mn-lt"/>
              </a:rPr>
              <a:t>鼠标点击这里，输入您的文本文字，鼠标点击这里，输入您的文本文字，</a:t>
            </a:r>
            <a:endParaRPr lang="zh-CN" altLang="en-US" sz="1600" spc="600" dirty="0">
              <a:latin typeface="宋体" panose="02010600030101010101" pitchFamily="2" charset="-122"/>
              <a:ea typeface="宋体" panose="02010600030101010101" pitchFamily="2" charset="-122"/>
              <a:sym typeface="+mn-lt"/>
            </a:endParaRPr>
          </a:p>
        </p:txBody>
      </p:sp>
      <p:sp>
        <p:nvSpPr>
          <p:cNvPr id="27" name="Aichitds6"/>
          <p:cNvSpPr/>
          <p:nvPr/>
        </p:nvSpPr>
        <p:spPr>
          <a:xfrm>
            <a:off x="2613025" y="1276985"/>
            <a:ext cx="2153920" cy="3742690"/>
          </a:xfrm>
          <a:prstGeom prst="rect">
            <a:avLst/>
          </a:prstGeom>
        </p:spPr>
        <p:txBody>
          <a:bodyPr vert="eaVert" wrap="square" lIns="0" tIns="0" rIns="0" bIns="0">
            <a:noAutofit/>
          </a:bodyPr>
          <a:lstStyle/>
          <a:p>
            <a:pPr>
              <a:lnSpc>
                <a:spcPct val="130000"/>
              </a:lnSpc>
            </a:pPr>
            <a:r>
              <a:rPr lang="zh-CN" altLang="en-US" sz="1600" spc="600" dirty="0">
                <a:latin typeface="宋体" panose="02010600030101010101" pitchFamily="2" charset="-122"/>
                <a:ea typeface="宋体" panose="02010600030101010101" pitchFamily="2" charset="-122"/>
                <a:sym typeface="+mn-lt"/>
              </a:rPr>
              <a:t>鼠标点击这里，输入您的文本文字，鼠标点击这里，输入您的文本文字，</a:t>
            </a:r>
            <a:endParaRPr lang="zh-CN" altLang="en-US" sz="1600" spc="600" dirty="0">
              <a:latin typeface="宋体" panose="02010600030101010101" pitchFamily="2" charset="-122"/>
              <a:ea typeface="宋体" panose="02010600030101010101" pitchFamily="2" charset="-122"/>
              <a:sym typeface="+mn-lt"/>
            </a:endParaRPr>
          </a:p>
        </p:txBody>
      </p:sp>
      <p:sp>
        <p:nvSpPr>
          <p:cNvPr id="32" name="Aichitds7"/>
          <p:cNvSpPr/>
          <p:nvPr/>
        </p:nvSpPr>
        <p:spPr>
          <a:xfrm>
            <a:off x="4934550" y="1277245"/>
            <a:ext cx="76199" cy="590290"/>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阿里巴巴普惠体" panose="00020600040101010101" pitchFamily="18" charset="-122"/>
              <a:ea typeface="阿里巴巴普惠体" panose="00020600040101010101" pitchFamily="18" charset="-122"/>
            </a:endParaRPr>
          </a:p>
        </p:txBody>
      </p:sp>
      <p:sp>
        <p:nvSpPr>
          <p:cNvPr id="40" name="Aichitds8"/>
          <p:cNvSpPr/>
          <p:nvPr/>
        </p:nvSpPr>
        <p:spPr>
          <a:xfrm>
            <a:off x="7640955" y="1276985"/>
            <a:ext cx="76200" cy="590550"/>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latin typeface="阿里巴巴普惠体" panose="00020600040101010101" pitchFamily="18" charset="-122"/>
              <a:ea typeface="阿里巴巴普惠体" panose="00020600040101010101" pitchFamily="18" charset="-122"/>
            </a:endParaRPr>
          </a:p>
        </p:txBody>
      </p:sp>
      <p:pic>
        <p:nvPicPr>
          <p:cNvPr id="49" name="Aichitds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2324" y="1476375"/>
            <a:ext cx="4147642" cy="4038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p:cTn id="12" dur="500" fill="hold"/>
                                        <p:tgtEl>
                                          <p:spTgt spid="27"/>
                                        </p:tgtEl>
                                        <p:attrNameLst>
                                          <p:attrName>ppt_w</p:attrName>
                                        </p:attrNameLst>
                                      </p:cBhvr>
                                      <p:tavLst>
                                        <p:tav tm="0">
                                          <p:val>
                                            <p:fltVal val="0"/>
                                          </p:val>
                                        </p:tav>
                                        <p:tav tm="100000">
                                          <p:val>
                                            <p:strVal val="#ppt_w"/>
                                          </p:val>
                                        </p:tav>
                                      </p:tavLst>
                                    </p:anim>
                                    <p:anim calcmode="lin" valueType="num">
                                      <p:cBhvr>
                                        <p:cTn id="13" dur="500" fill="hold"/>
                                        <p:tgtEl>
                                          <p:spTgt spid="27"/>
                                        </p:tgtEl>
                                        <p:attrNameLst>
                                          <p:attrName>ppt_h</p:attrName>
                                        </p:attrNameLst>
                                      </p:cBhvr>
                                      <p:tavLst>
                                        <p:tav tm="0">
                                          <p:val>
                                            <p:fltVal val="0"/>
                                          </p:val>
                                        </p:tav>
                                        <p:tav tm="100000">
                                          <p:val>
                                            <p:strVal val="#ppt_h"/>
                                          </p:val>
                                        </p:tav>
                                      </p:tavLst>
                                    </p:anim>
                                    <p:animEffect transition="in" filter="fade">
                                      <p:cBhvr>
                                        <p:cTn id="14" dur="500"/>
                                        <p:tgtEl>
                                          <p:spTgt spid="2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 calcmode="lin" valueType="num">
                                      <p:cBhvr>
                                        <p:cTn id="17" dur="500" fill="hold"/>
                                        <p:tgtEl>
                                          <p:spTgt spid="32"/>
                                        </p:tgtEl>
                                        <p:attrNameLst>
                                          <p:attrName>ppt_w</p:attrName>
                                        </p:attrNameLst>
                                      </p:cBhvr>
                                      <p:tavLst>
                                        <p:tav tm="0">
                                          <p:val>
                                            <p:fltVal val="0"/>
                                          </p:val>
                                        </p:tav>
                                        <p:tav tm="100000">
                                          <p:val>
                                            <p:strVal val="#ppt_w"/>
                                          </p:val>
                                        </p:tav>
                                      </p:tavLst>
                                    </p:anim>
                                    <p:anim calcmode="lin" valueType="num">
                                      <p:cBhvr>
                                        <p:cTn id="18" dur="500" fill="hold"/>
                                        <p:tgtEl>
                                          <p:spTgt spid="32"/>
                                        </p:tgtEl>
                                        <p:attrNameLst>
                                          <p:attrName>ppt_h</p:attrName>
                                        </p:attrNameLst>
                                      </p:cBhvr>
                                      <p:tavLst>
                                        <p:tav tm="0">
                                          <p:val>
                                            <p:fltVal val="0"/>
                                          </p:val>
                                        </p:tav>
                                        <p:tav tm="100000">
                                          <p:val>
                                            <p:strVal val="#ppt_h"/>
                                          </p:val>
                                        </p:tav>
                                      </p:tavLst>
                                    </p:anim>
                                    <p:animEffect transition="in" filter="fade">
                                      <p:cBhvr>
                                        <p:cTn id="19" dur="500"/>
                                        <p:tgtEl>
                                          <p:spTgt spid="3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0"/>
                                        </p:tgtEl>
                                        <p:attrNameLst>
                                          <p:attrName>style.visibility</p:attrName>
                                        </p:attrNameLst>
                                      </p:cBhvr>
                                      <p:to>
                                        <p:strVal val="visible"/>
                                      </p:to>
                                    </p:set>
                                    <p:anim calcmode="lin" valueType="num">
                                      <p:cBhvr>
                                        <p:cTn id="22" dur="500" fill="hold"/>
                                        <p:tgtEl>
                                          <p:spTgt spid="40"/>
                                        </p:tgtEl>
                                        <p:attrNameLst>
                                          <p:attrName>ppt_w</p:attrName>
                                        </p:attrNameLst>
                                      </p:cBhvr>
                                      <p:tavLst>
                                        <p:tav tm="0">
                                          <p:val>
                                            <p:fltVal val="0"/>
                                          </p:val>
                                        </p:tav>
                                        <p:tav tm="100000">
                                          <p:val>
                                            <p:strVal val="#ppt_w"/>
                                          </p:val>
                                        </p:tav>
                                      </p:tavLst>
                                    </p:anim>
                                    <p:anim calcmode="lin" valueType="num">
                                      <p:cBhvr>
                                        <p:cTn id="23" dur="500" fill="hold"/>
                                        <p:tgtEl>
                                          <p:spTgt spid="40"/>
                                        </p:tgtEl>
                                        <p:attrNameLst>
                                          <p:attrName>ppt_h</p:attrName>
                                        </p:attrNameLst>
                                      </p:cBhvr>
                                      <p:tavLst>
                                        <p:tav tm="0">
                                          <p:val>
                                            <p:fltVal val="0"/>
                                          </p:val>
                                        </p:tav>
                                        <p:tav tm="100000">
                                          <p:val>
                                            <p:strVal val="#ppt_h"/>
                                          </p:val>
                                        </p:tav>
                                      </p:tavLst>
                                    </p:anim>
                                    <p:animEffect transition="in" filter="fade">
                                      <p:cBhvr>
                                        <p:cTn id="2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P spid="27" grpId="0"/>
      <p:bldP spid="27" grpId="1"/>
      <p:bldP spid="32" grpId="0" bldLvl="0" animBg="1"/>
      <p:bldP spid="32" grpId="1" animBg="1"/>
      <p:bldP spid="40" grpId="0" bldLvl="0" animBg="1"/>
      <p:bldP spid="40"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ichitds"/>
          <p:cNvSpPr txBox="1"/>
          <p:nvPr/>
        </p:nvSpPr>
        <p:spPr>
          <a:xfrm>
            <a:off x="3236715" y="2733843"/>
            <a:ext cx="553195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4800" b="1" i="0" u="none" strike="noStrike" kern="1200" cap="none" spc="600" normalizeH="0" baseline="0" noProof="0" dirty="0">
                <a:ln w="25400" cap="rnd">
                  <a:noFill/>
                </a:ln>
                <a:solidFill>
                  <a:srgbClr val="448763"/>
                </a:solidFill>
                <a:effectLst/>
                <a:uLnTx/>
                <a:uFillTx/>
                <a:latin typeface="宋体" panose="02010600030101010101" pitchFamily="2" charset="-122"/>
                <a:ea typeface="宋体" panose="02010600030101010101" pitchFamily="2" charset="-122"/>
                <a:cs typeface="+mn-cs"/>
              </a:rPr>
              <a:t>例题精析</a:t>
            </a:r>
            <a:endParaRPr kumimoji="1" lang="zh-CN" altLang="en-US" sz="4800" b="1" i="0" u="none" strike="noStrike" kern="1200" cap="none" spc="600" normalizeH="0" baseline="0" noProof="0" dirty="0">
              <a:ln w="25400" cap="rnd">
                <a:noFill/>
              </a:ln>
              <a:solidFill>
                <a:srgbClr val="448763"/>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Aichitds1"/>
          <p:cNvGrpSpPr/>
          <p:nvPr/>
        </p:nvGrpSpPr>
        <p:grpSpPr>
          <a:xfrm>
            <a:off x="-487235" y="2349320"/>
            <a:ext cx="2709440" cy="1001645"/>
            <a:chOff x="-487235" y="1436000"/>
            <a:chExt cx="2709440" cy="1001645"/>
          </a:xfrm>
        </p:grpSpPr>
        <p:grpSp>
          <p:nvGrpSpPr>
            <p:cNvPr id="15" name="组合 14"/>
            <p:cNvGrpSpPr/>
            <p:nvPr/>
          </p:nvGrpSpPr>
          <p:grpSpPr>
            <a:xfrm>
              <a:off x="271131" y="1675792"/>
              <a:ext cx="1951074" cy="498386"/>
              <a:chOff x="271131" y="1164781"/>
              <a:chExt cx="1951074" cy="498386"/>
            </a:xfrm>
          </p:grpSpPr>
          <p:sp>
            <p:nvSpPr>
              <p:cNvPr id="16" name="Aichitds1-1"/>
              <p:cNvSpPr/>
              <p:nvPr/>
            </p:nvSpPr>
            <p:spPr>
              <a:xfrm>
                <a:off x="271131" y="1164781"/>
                <a:ext cx="1951074" cy="498386"/>
              </a:xfrm>
              <a:prstGeom prst="roundRect">
                <a:avLst>
                  <a:gd name="adj" fmla="val 50000"/>
                </a:avLst>
              </a:prstGeom>
              <a:solidFill>
                <a:srgbClr val="FFD1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CA48"/>
                  </a:solidFill>
                </a:endParaRPr>
              </a:p>
            </p:txBody>
          </p:sp>
          <p:sp>
            <p:nvSpPr>
              <p:cNvPr id="18" name="Aichitds1-2"/>
              <p:cNvSpPr txBox="1"/>
              <p:nvPr/>
            </p:nvSpPr>
            <p:spPr>
              <a:xfrm>
                <a:off x="707605" y="1210369"/>
                <a:ext cx="1461976" cy="430887"/>
              </a:xfrm>
              <a:prstGeom prst="rect">
                <a:avLst/>
              </a:prstGeom>
              <a:noFill/>
            </p:spPr>
            <p:txBody>
              <a:bodyPr wrap="square" rtlCol="0">
                <a:spAutoFit/>
              </a:bodyPr>
              <a:lstStyle/>
              <a:p>
                <a:r>
                  <a:rPr kumimoji="1" lang="zh-CN" altLang="en-US" sz="2200" b="1" spc="300" dirty="0">
                    <a:ln w="25400" cap="rnd">
                      <a:noFill/>
                    </a:ln>
                    <a:solidFill>
                      <a:srgbClr val="BA5C21"/>
                    </a:solidFill>
                    <a:latin typeface="阿里巴巴普惠体" panose="00020600040101010101" pitchFamily="18" charset="-122"/>
                    <a:ea typeface="阿里巴巴普惠体" panose="00020600040101010101" pitchFamily="18" charset="-122"/>
                  </a:rPr>
                  <a:t>例题精析</a:t>
                </a:r>
                <a:endParaRPr kumimoji="1" lang="zh-CN" altLang="en-US" sz="2200" b="1" spc="300" dirty="0">
                  <a:ln w="25400" cap="rnd">
                    <a:noFill/>
                  </a:ln>
                  <a:solidFill>
                    <a:srgbClr val="BA5C21"/>
                  </a:solidFill>
                  <a:latin typeface="阿里巴巴普惠体" panose="00020600040101010101" pitchFamily="18" charset="-122"/>
                  <a:ea typeface="阿里巴巴普惠体" panose="00020600040101010101" pitchFamily="18" charset="-122"/>
                </a:endParaRPr>
              </a:p>
            </p:txBody>
          </p:sp>
        </p:grpSp>
        <p:pic>
          <p:nvPicPr>
            <p:cNvPr id="30" name="Aichitds1-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1385503">
              <a:off x="-487235" y="1436000"/>
              <a:ext cx="1791653" cy="1001645"/>
            </a:xfrm>
            <a:custGeom>
              <a:avLst/>
              <a:gdLst>
                <a:gd name="connsiteX0" fmla="*/ 0 w 1885951"/>
                <a:gd name="connsiteY0" fmla="*/ 0 h 1054363"/>
                <a:gd name="connsiteX1" fmla="*/ 1885951 w 1885951"/>
                <a:gd name="connsiteY1" fmla="*/ 0 h 1054363"/>
                <a:gd name="connsiteX2" fmla="*/ 1885951 w 1885951"/>
                <a:gd name="connsiteY2" fmla="*/ 1054363 h 1054363"/>
                <a:gd name="connsiteX3" fmla="*/ 0 w 1885951"/>
                <a:gd name="connsiteY3" fmla="*/ 1054363 h 1054363"/>
              </a:gdLst>
              <a:ahLst/>
              <a:cxnLst>
                <a:cxn ang="0">
                  <a:pos x="connsiteX0" y="connsiteY0"/>
                </a:cxn>
                <a:cxn ang="0">
                  <a:pos x="connsiteX1" y="connsiteY1"/>
                </a:cxn>
                <a:cxn ang="0">
                  <a:pos x="connsiteX2" y="connsiteY2"/>
                </a:cxn>
                <a:cxn ang="0">
                  <a:pos x="connsiteX3" y="connsiteY3"/>
                </a:cxn>
              </a:cxnLst>
              <a:rect l="l" t="t" r="r" b="b"/>
              <a:pathLst>
                <a:path w="1885951" h="1054363">
                  <a:moveTo>
                    <a:pt x="0" y="0"/>
                  </a:moveTo>
                  <a:lnTo>
                    <a:pt x="1885951" y="0"/>
                  </a:lnTo>
                  <a:lnTo>
                    <a:pt x="1885951" y="1054363"/>
                  </a:lnTo>
                  <a:lnTo>
                    <a:pt x="0" y="1054363"/>
                  </a:lnTo>
                  <a:close/>
                </a:path>
              </a:pathLst>
            </a:custGeom>
          </p:spPr>
        </p:pic>
      </p:grpSp>
      <p:grpSp>
        <p:nvGrpSpPr>
          <p:cNvPr id="34" name="Aichitds2"/>
          <p:cNvGrpSpPr/>
          <p:nvPr/>
        </p:nvGrpSpPr>
        <p:grpSpPr>
          <a:xfrm>
            <a:off x="-172925" y="1372662"/>
            <a:ext cx="2395129" cy="1124933"/>
            <a:chOff x="-172925" y="2259032"/>
            <a:chExt cx="2395129" cy="1124933"/>
          </a:xfrm>
        </p:grpSpPr>
        <p:grpSp>
          <p:nvGrpSpPr>
            <p:cNvPr id="19" name="组合 18"/>
            <p:cNvGrpSpPr/>
            <p:nvPr/>
          </p:nvGrpSpPr>
          <p:grpSpPr>
            <a:xfrm>
              <a:off x="271130" y="2612010"/>
              <a:ext cx="1951074" cy="498386"/>
              <a:chOff x="271130" y="2090179"/>
              <a:chExt cx="1951074" cy="498386"/>
            </a:xfrm>
          </p:grpSpPr>
          <p:sp>
            <p:nvSpPr>
              <p:cNvPr id="20" name="Aichitds2-1"/>
              <p:cNvSpPr/>
              <p:nvPr/>
            </p:nvSpPr>
            <p:spPr>
              <a:xfrm>
                <a:off x="271130" y="2090179"/>
                <a:ext cx="1951074" cy="498386"/>
              </a:xfrm>
              <a:prstGeom prst="roundRect">
                <a:avLst>
                  <a:gd name="adj" fmla="val 50000"/>
                </a:avLst>
              </a:prstGeom>
              <a:solidFill>
                <a:srgbClr val="A7B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5A51E"/>
                  </a:solidFill>
                </a:endParaRPr>
              </a:p>
            </p:txBody>
          </p:sp>
          <p:sp>
            <p:nvSpPr>
              <p:cNvPr id="21" name="Aichitds2-2"/>
              <p:cNvSpPr txBox="1"/>
              <p:nvPr/>
            </p:nvSpPr>
            <p:spPr>
              <a:xfrm>
                <a:off x="707605" y="2126745"/>
                <a:ext cx="1461976" cy="430887"/>
              </a:xfrm>
              <a:prstGeom prst="rect">
                <a:avLst/>
              </a:prstGeom>
              <a:noFill/>
            </p:spPr>
            <p:txBody>
              <a:bodyPr wrap="square" rtlCol="0">
                <a:spAutoFit/>
              </a:bodyPr>
              <a:lstStyle/>
              <a:p>
                <a:r>
                  <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rPr>
                  <a:t>知识导入</a:t>
                </a:r>
                <a:endPar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endParaRPr>
              </a:p>
            </p:txBody>
          </p:sp>
        </p:grpSp>
        <p:pic>
          <p:nvPicPr>
            <p:cNvPr id="33" name="Aichitds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925" y="2259032"/>
              <a:ext cx="1124933" cy="1124933"/>
            </a:xfrm>
            <a:prstGeom prst="rect">
              <a:avLst/>
            </a:prstGeom>
          </p:spPr>
        </p:pic>
      </p:grpSp>
      <p:grpSp>
        <p:nvGrpSpPr>
          <p:cNvPr id="35" name="Aichitds3"/>
          <p:cNvGrpSpPr/>
          <p:nvPr/>
        </p:nvGrpSpPr>
        <p:grpSpPr>
          <a:xfrm>
            <a:off x="-172925" y="3174476"/>
            <a:ext cx="2395129" cy="1124933"/>
            <a:chOff x="-172925" y="2259032"/>
            <a:chExt cx="2395129" cy="1124933"/>
          </a:xfrm>
        </p:grpSpPr>
        <p:grpSp>
          <p:nvGrpSpPr>
            <p:cNvPr id="36" name="组合 35"/>
            <p:cNvGrpSpPr/>
            <p:nvPr/>
          </p:nvGrpSpPr>
          <p:grpSpPr>
            <a:xfrm>
              <a:off x="271130" y="2612010"/>
              <a:ext cx="1951074" cy="498386"/>
              <a:chOff x="271130" y="2090179"/>
              <a:chExt cx="1951074" cy="498386"/>
            </a:xfrm>
          </p:grpSpPr>
          <p:sp>
            <p:nvSpPr>
              <p:cNvPr id="38" name="Aichitds3-1"/>
              <p:cNvSpPr/>
              <p:nvPr/>
            </p:nvSpPr>
            <p:spPr>
              <a:xfrm>
                <a:off x="271130" y="2090179"/>
                <a:ext cx="1951074" cy="498386"/>
              </a:xfrm>
              <a:prstGeom prst="roundRect">
                <a:avLst>
                  <a:gd name="adj" fmla="val 50000"/>
                </a:avLst>
              </a:prstGeom>
              <a:solidFill>
                <a:srgbClr val="A7B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5A51E"/>
                  </a:solidFill>
                </a:endParaRPr>
              </a:p>
            </p:txBody>
          </p:sp>
          <p:sp>
            <p:nvSpPr>
              <p:cNvPr id="39" name="Aichitds3-2"/>
              <p:cNvSpPr txBox="1"/>
              <p:nvPr/>
            </p:nvSpPr>
            <p:spPr>
              <a:xfrm>
                <a:off x="707605" y="2126745"/>
                <a:ext cx="1461976" cy="430887"/>
              </a:xfrm>
              <a:prstGeom prst="rect">
                <a:avLst/>
              </a:prstGeom>
              <a:noFill/>
            </p:spPr>
            <p:txBody>
              <a:bodyPr wrap="square" rtlCol="0">
                <a:spAutoFit/>
              </a:bodyPr>
              <a:lstStyle/>
              <a:p>
                <a:r>
                  <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rPr>
                  <a:t>课堂练习</a:t>
                </a:r>
                <a:endPar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endParaRPr>
              </a:p>
            </p:txBody>
          </p:sp>
        </p:grpSp>
        <p:pic>
          <p:nvPicPr>
            <p:cNvPr id="37" name="Aichitds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925" y="2259032"/>
              <a:ext cx="1124933" cy="1124933"/>
            </a:xfrm>
            <a:prstGeom prst="rect">
              <a:avLst/>
            </a:prstGeom>
          </p:spPr>
        </p:pic>
      </p:grpSp>
      <p:grpSp>
        <p:nvGrpSpPr>
          <p:cNvPr id="17" name="Aichitds4"/>
          <p:cNvGrpSpPr/>
          <p:nvPr/>
        </p:nvGrpSpPr>
        <p:grpSpPr>
          <a:xfrm>
            <a:off x="-172925" y="4013187"/>
            <a:ext cx="2395129" cy="1124933"/>
            <a:chOff x="-172925" y="2259032"/>
            <a:chExt cx="2395129" cy="1124933"/>
          </a:xfrm>
        </p:grpSpPr>
        <p:grpSp>
          <p:nvGrpSpPr>
            <p:cNvPr id="22" name="组合 21"/>
            <p:cNvGrpSpPr/>
            <p:nvPr/>
          </p:nvGrpSpPr>
          <p:grpSpPr>
            <a:xfrm>
              <a:off x="271130" y="2612010"/>
              <a:ext cx="1951074" cy="498386"/>
              <a:chOff x="271130" y="2090179"/>
              <a:chExt cx="1951074" cy="498386"/>
            </a:xfrm>
          </p:grpSpPr>
          <p:sp>
            <p:nvSpPr>
              <p:cNvPr id="24" name="Aichitds4-1"/>
              <p:cNvSpPr/>
              <p:nvPr/>
            </p:nvSpPr>
            <p:spPr>
              <a:xfrm>
                <a:off x="271130" y="2090179"/>
                <a:ext cx="1951074" cy="498386"/>
              </a:xfrm>
              <a:prstGeom prst="roundRect">
                <a:avLst>
                  <a:gd name="adj" fmla="val 50000"/>
                </a:avLst>
              </a:prstGeom>
              <a:solidFill>
                <a:srgbClr val="A7B6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5A51E"/>
                  </a:solidFill>
                </a:endParaRPr>
              </a:p>
            </p:txBody>
          </p:sp>
          <p:sp>
            <p:nvSpPr>
              <p:cNvPr id="25" name="Aichitds4-2"/>
              <p:cNvSpPr txBox="1"/>
              <p:nvPr/>
            </p:nvSpPr>
            <p:spPr>
              <a:xfrm>
                <a:off x="707605" y="2126745"/>
                <a:ext cx="1461976" cy="430887"/>
              </a:xfrm>
              <a:prstGeom prst="rect">
                <a:avLst/>
              </a:prstGeom>
              <a:noFill/>
            </p:spPr>
            <p:txBody>
              <a:bodyPr wrap="square" rtlCol="0">
                <a:spAutoFit/>
              </a:bodyPr>
              <a:lstStyle/>
              <a:p>
                <a:r>
                  <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rPr>
                  <a:t>原文对照</a:t>
                </a:r>
                <a:endParaRPr kumimoji="1" lang="zh-CN" altLang="en-US" sz="2200" b="1" spc="300" dirty="0">
                  <a:ln w="25400" cap="rnd">
                    <a:noFill/>
                  </a:ln>
                  <a:solidFill>
                    <a:srgbClr val="3C548B"/>
                  </a:solidFill>
                  <a:latin typeface="阿里巴巴普惠体" panose="00020600040101010101" pitchFamily="18" charset="-122"/>
                  <a:ea typeface="阿里巴巴普惠体" panose="00020600040101010101" pitchFamily="18" charset="-122"/>
                </a:endParaRPr>
              </a:p>
            </p:txBody>
          </p:sp>
        </p:grpSp>
        <p:pic>
          <p:nvPicPr>
            <p:cNvPr id="23" name="Aichitds4-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925" y="2259032"/>
              <a:ext cx="1124933" cy="1124933"/>
            </a:xfrm>
            <a:prstGeom prst="rect">
              <a:avLst/>
            </a:prstGeom>
          </p:spPr>
        </p:pic>
      </p:grpSp>
      <p:sp>
        <p:nvSpPr>
          <p:cNvPr id="41" name="Aichitds5"/>
          <p:cNvSpPr/>
          <p:nvPr/>
        </p:nvSpPr>
        <p:spPr>
          <a:xfrm>
            <a:off x="4729480" y="668020"/>
            <a:ext cx="6236335" cy="706755"/>
          </a:xfrm>
          <a:prstGeom prst="rect">
            <a:avLst/>
          </a:prstGeom>
          <a:effectLst/>
        </p:spPr>
        <p:txBody>
          <a:bodyPr wrap="square">
            <a:spAutoFit/>
          </a:bodyPr>
          <a:lstStyle/>
          <a:p>
            <a:r>
              <a:rPr lang="zh-CN" altLang="en-US" sz="4000" dirty="0">
                <a:latin typeface="宋体" panose="02010600030101010101" pitchFamily="2" charset="-122"/>
                <a:ea typeface="宋体" panose="02010600030101010101" pitchFamily="2" charset="-122"/>
                <a:sym typeface="+mn-ea"/>
              </a:rPr>
              <a:t>输入标题</a:t>
            </a:r>
            <a:endParaRPr lang="zh-CN" altLang="en-US" sz="4000" dirty="0">
              <a:latin typeface="宋体" panose="02010600030101010101" pitchFamily="2" charset="-122"/>
              <a:ea typeface="宋体" panose="02010600030101010101" pitchFamily="2" charset="-122"/>
              <a:sym typeface="+mn-ea"/>
            </a:endParaRPr>
          </a:p>
        </p:txBody>
      </p:sp>
      <p:sp>
        <p:nvSpPr>
          <p:cNvPr id="42" name="Aichitds6"/>
          <p:cNvSpPr/>
          <p:nvPr/>
        </p:nvSpPr>
        <p:spPr>
          <a:xfrm>
            <a:off x="4729480" y="1647825"/>
            <a:ext cx="6443980" cy="1699895"/>
          </a:xfrm>
          <a:prstGeom prst="rect">
            <a:avLst/>
          </a:prstGeom>
          <a:effectLst/>
        </p:spPr>
        <p:txBody>
          <a:bodyPr wrap="square">
            <a:noAutofit/>
          </a:bodyPr>
          <a:lstStyle/>
          <a:p>
            <a:pPr>
              <a:lnSpc>
                <a:spcPct val="130000"/>
              </a:lnSpc>
            </a:pPr>
            <a:r>
              <a:rPr lang="zh-CN" altLang="en-US" sz="1600" spc="600" dirty="0">
                <a:latin typeface="宋体" panose="02010600030101010101" pitchFamily="2" charset="-122"/>
                <a:ea typeface="宋体" panose="02010600030101010101" pitchFamily="2" charset="-122"/>
                <a:cs typeface="宋体" panose="02010600030101010101" pitchFamily="2" charset="-122"/>
              </a:rPr>
              <a:t>点击文本框即可进行编辑输入相关内容点击文本框即可进行编辑点击文本框即可进行编辑输入相关</a:t>
            </a:r>
            <a:r>
              <a:rPr lang="en-US" altLang="zh-CN" sz="1600" spc="600" dirty="0">
                <a:latin typeface="宋体" panose="02010600030101010101" pitchFamily="2" charset="-122"/>
                <a:ea typeface="宋体" panose="02010600030101010101" pitchFamily="2" charset="-122"/>
                <a:cs typeface="宋体" panose="02010600030101010101" pitchFamily="2" charset="-122"/>
              </a:rPr>
              <a:t>;</a:t>
            </a:r>
            <a:endParaRPr lang="zh-CN" altLang="en-US" sz="1600" spc="600" dirty="0">
              <a:latin typeface="宋体" panose="02010600030101010101" pitchFamily="2" charset="-122"/>
              <a:ea typeface="宋体" panose="02010600030101010101" pitchFamily="2" charset="-122"/>
              <a:cs typeface="宋体" panose="02010600030101010101" pitchFamily="2" charset="-122"/>
            </a:endParaRPr>
          </a:p>
        </p:txBody>
      </p:sp>
      <p:sp>
        <p:nvSpPr>
          <p:cNvPr id="43" name="Aichitds7"/>
          <p:cNvSpPr/>
          <p:nvPr/>
        </p:nvSpPr>
        <p:spPr>
          <a:xfrm>
            <a:off x="4827905" y="3591560"/>
            <a:ext cx="6137910" cy="706755"/>
          </a:xfrm>
          <a:prstGeom prst="rect">
            <a:avLst/>
          </a:prstGeom>
          <a:effectLst/>
        </p:spPr>
        <p:txBody>
          <a:bodyPr wrap="square">
            <a:spAutoFit/>
          </a:bodyPr>
          <a:lstStyle/>
          <a:p>
            <a:r>
              <a:rPr lang="zh-CN" altLang="en-US" sz="4000" dirty="0">
                <a:latin typeface="宋体" panose="02010600030101010101" pitchFamily="2" charset="-122"/>
                <a:ea typeface="宋体" panose="02010600030101010101" pitchFamily="2" charset="-122"/>
                <a:sym typeface="+mn-ea"/>
              </a:rPr>
              <a:t>输入标题</a:t>
            </a:r>
            <a:endParaRPr lang="zh-CN" altLang="en-US" sz="4000" dirty="0">
              <a:latin typeface="宋体" panose="02010600030101010101" pitchFamily="2" charset="-122"/>
              <a:ea typeface="宋体" panose="02010600030101010101" pitchFamily="2" charset="-122"/>
              <a:sym typeface="+mn-ea"/>
            </a:endParaRPr>
          </a:p>
        </p:txBody>
      </p:sp>
      <p:sp>
        <p:nvSpPr>
          <p:cNvPr id="44" name="Aichitds8"/>
          <p:cNvSpPr/>
          <p:nvPr/>
        </p:nvSpPr>
        <p:spPr>
          <a:xfrm>
            <a:off x="4827905" y="4402455"/>
            <a:ext cx="6391910" cy="1836420"/>
          </a:xfrm>
          <a:prstGeom prst="rect">
            <a:avLst/>
          </a:prstGeom>
          <a:effectLst/>
        </p:spPr>
        <p:txBody>
          <a:bodyPr wrap="square">
            <a:noAutofit/>
          </a:bodyPr>
          <a:lstStyle/>
          <a:p>
            <a:pPr>
              <a:lnSpc>
                <a:spcPct val="130000"/>
              </a:lnSpc>
            </a:pPr>
            <a:r>
              <a:rPr lang="zh-CN" altLang="en-US" sz="1600" spc="600" dirty="0">
                <a:latin typeface="宋体" panose="02010600030101010101" pitchFamily="2" charset="-122"/>
                <a:ea typeface="宋体" panose="02010600030101010101" pitchFamily="2" charset="-122"/>
                <a:cs typeface="宋体" panose="02010600030101010101" pitchFamily="2" charset="-122"/>
              </a:rPr>
              <a:t>点击文本框即可进行编辑输入相关内容点击文本框即可进行编辑点击文本框即可进行编辑输入相关</a:t>
            </a:r>
            <a:r>
              <a:rPr lang="en-US" altLang="zh-CN" sz="1600" spc="600" dirty="0">
                <a:latin typeface="宋体" panose="02010600030101010101" pitchFamily="2" charset="-122"/>
                <a:ea typeface="宋体" panose="02010600030101010101" pitchFamily="2" charset="-122"/>
                <a:cs typeface="宋体" panose="02010600030101010101" pitchFamily="2" charset="-122"/>
              </a:rPr>
              <a:t>;</a:t>
            </a:r>
            <a:endParaRPr lang="zh-CN" altLang="en-US" sz="1600" spc="600" dirty="0">
              <a:latin typeface="宋体" panose="02010600030101010101" pitchFamily="2" charset="-122"/>
              <a:ea typeface="宋体" panose="02010600030101010101" pitchFamily="2" charset="-122"/>
              <a:cs typeface="宋体" panose="02010600030101010101" pitchFamily="2" charset="-122"/>
            </a:endParaRPr>
          </a:p>
        </p:txBody>
      </p:sp>
      <p:pic>
        <p:nvPicPr>
          <p:cNvPr id="40" name="Aichitds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8810" y="3305175"/>
            <a:ext cx="2200430" cy="2933700"/>
          </a:xfrm>
          <a:prstGeom prst="rect">
            <a:avLst/>
          </a:prstGeom>
        </p:spPr>
      </p:pic>
      <p:pic>
        <p:nvPicPr>
          <p:cNvPr id="47" name="Aichitds10" descr="卡通人物&#10;&#10;低可信度描述已自动生成"/>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86075" y="990599"/>
            <a:ext cx="1500188" cy="36195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1000"/>
                                        <p:tgtEl>
                                          <p:spTgt spid="42"/>
                                        </p:tgtEl>
                                      </p:cBhvr>
                                    </p:animEffect>
                                    <p:anim calcmode="lin" valueType="num">
                                      <p:cBhvr>
                                        <p:cTn id="13" dur="1000" fill="hold"/>
                                        <p:tgtEl>
                                          <p:spTgt spid="42"/>
                                        </p:tgtEl>
                                        <p:attrNameLst>
                                          <p:attrName>ppt_x</p:attrName>
                                        </p:attrNameLst>
                                      </p:cBhvr>
                                      <p:tavLst>
                                        <p:tav tm="0">
                                          <p:val>
                                            <p:strVal val="#ppt_x"/>
                                          </p:val>
                                        </p:tav>
                                        <p:tav tm="100000">
                                          <p:val>
                                            <p:strVal val="#ppt_x"/>
                                          </p:val>
                                        </p:tav>
                                      </p:tavLst>
                                    </p:anim>
                                    <p:anim calcmode="lin" valueType="num">
                                      <p:cBhvr>
                                        <p:cTn id="14" dur="1000" fill="hold"/>
                                        <p:tgtEl>
                                          <p:spTgt spid="4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1000"/>
                                        <p:tgtEl>
                                          <p:spTgt spid="43"/>
                                        </p:tgtEl>
                                      </p:cBhvr>
                                    </p:animEffect>
                                    <p:anim calcmode="lin" valueType="num">
                                      <p:cBhvr>
                                        <p:cTn id="18" dur="1000" fill="hold"/>
                                        <p:tgtEl>
                                          <p:spTgt spid="43"/>
                                        </p:tgtEl>
                                        <p:attrNameLst>
                                          <p:attrName>ppt_x</p:attrName>
                                        </p:attrNameLst>
                                      </p:cBhvr>
                                      <p:tavLst>
                                        <p:tav tm="0">
                                          <p:val>
                                            <p:strVal val="#ppt_x"/>
                                          </p:val>
                                        </p:tav>
                                        <p:tav tm="100000">
                                          <p:val>
                                            <p:strVal val="#ppt_x"/>
                                          </p:val>
                                        </p:tav>
                                      </p:tavLst>
                                    </p:anim>
                                    <p:anim calcmode="lin" valueType="num">
                                      <p:cBhvr>
                                        <p:cTn id="19" dur="1000" fill="hold"/>
                                        <p:tgtEl>
                                          <p:spTgt spid="43"/>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1000"/>
                                        <p:tgtEl>
                                          <p:spTgt spid="44"/>
                                        </p:tgtEl>
                                      </p:cBhvr>
                                    </p:animEffect>
                                    <p:anim calcmode="lin" valueType="num">
                                      <p:cBhvr>
                                        <p:cTn id="23" dur="1000" fill="hold"/>
                                        <p:tgtEl>
                                          <p:spTgt spid="44"/>
                                        </p:tgtEl>
                                        <p:attrNameLst>
                                          <p:attrName>ppt_x</p:attrName>
                                        </p:attrNameLst>
                                      </p:cBhvr>
                                      <p:tavLst>
                                        <p:tav tm="0">
                                          <p:val>
                                            <p:strVal val="#ppt_x"/>
                                          </p:val>
                                        </p:tav>
                                        <p:tav tm="100000">
                                          <p:val>
                                            <p:strVal val="#ppt_x"/>
                                          </p:val>
                                        </p:tav>
                                      </p:tavLst>
                                    </p:anim>
                                    <p:anim calcmode="lin" valueType="num">
                                      <p:cBhvr>
                                        <p:cTn id="24"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bldLvl="0" animBg="1"/>
      <p:bldP spid="44"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ichitds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39416" y="1635732"/>
            <a:ext cx="7313168" cy="3394371"/>
          </a:xfrm>
          <a:prstGeom prst="rect">
            <a:avLst/>
          </a:prstGeom>
        </p:spPr>
      </p:pic>
      <p:sp>
        <p:nvSpPr>
          <p:cNvPr id="4" name="Aichitds2"/>
          <p:cNvSpPr txBox="1"/>
          <p:nvPr/>
        </p:nvSpPr>
        <p:spPr>
          <a:xfrm>
            <a:off x="3539490" y="2774315"/>
            <a:ext cx="4857115" cy="1309370"/>
          </a:xfrm>
          <a:prstGeom prst="rect">
            <a:avLst/>
          </a:prstGeom>
          <a:noFill/>
        </p:spPr>
        <p:txBody>
          <a:bodyPr wrap="square" rtlCol="0">
            <a:noAutofit/>
          </a:bodyPr>
          <a:lstStyle/>
          <a:p>
            <a:pPr algn="ctr"/>
            <a:r>
              <a:rPr kumimoji="1" lang="en-US" altLang="zh-CN" sz="6000" b="1" spc="600" dirty="0">
                <a:ln w="25400" cap="rnd">
                  <a:noFill/>
                </a:ln>
                <a:solidFill>
                  <a:srgbClr val="448763"/>
                </a:solidFill>
                <a:latin typeface="阿里巴巴普惠体" panose="00020600040101010101" pitchFamily="18" charset="-122"/>
                <a:ea typeface="阿里巴巴普惠体" panose="00020600040101010101" pitchFamily="18" charset="-122"/>
              </a:rPr>
              <a:t> </a:t>
            </a:r>
            <a:r>
              <a:rPr kumimoji="1" lang="zh-CN" altLang="en-US" sz="6000" b="1" spc="600" dirty="0">
                <a:ln w="25400" cap="rnd">
                  <a:noFill/>
                </a:ln>
                <a:solidFill>
                  <a:srgbClr val="448763"/>
                </a:solidFill>
                <a:latin typeface="阿里巴巴普惠体" panose="00020600040101010101" pitchFamily="18" charset="-122"/>
                <a:ea typeface="阿里巴巴普惠体" panose="00020600040101010101" pitchFamily="18" charset="-122"/>
              </a:rPr>
              <a:t>谢谢观看</a:t>
            </a:r>
            <a:endParaRPr kumimoji="1" lang="zh-CN" altLang="en-US" sz="6000" b="1" spc="600" dirty="0">
              <a:ln w="25400" cap="rnd">
                <a:noFill/>
              </a:ln>
              <a:solidFill>
                <a:srgbClr val="448763"/>
              </a:solidFill>
              <a:latin typeface="阿里巴巴普惠体" panose="00020600040101010101" pitchFamily="18" charset="-122"/>
              <a:ea typeface="阿里巴巴普惠体" panose="00020600040101010101" pitchFamily="18" charset="-122"/>
              <a:cs typeface="宋体" panose="02010600030101010101" pitchFamily="2" charset="-122"/>
            </a:endParaRPr>
          </a:p>
        </p:txBody>
      </p:sp>
      <p:pic>
        <p:nvPicPr>
          <p:cNvPr id="5" name="Aichitds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6163" y="3562455"/>
            <a:ext cx="3222300" cy="247869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涂豆思">
      <a:majorFont>
        <a:latin typeface="阿里巴巴普惠体 Light"/>
        <a:ea typeface="阿里巴巴普惠体"/>
        <a:cs typeface=""/>
      </a:majorFont>
      <a:minorFont>
        <a:latin typeface="阿里巴巴普惠体 Light"/>
        <a:ea typeface="阿里巴巴普惠体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258</Words>
  <Application>WPS 演示</Application>
  <PresentationFormat>宽屏</PresentationFormat>
  <Paragraphs>44</Paragraphs>
  <Slides>7</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7</vt:i4>
      </vt:variant>
    </vt:vector>
  </HeadingPairs>
  <TitlesOfParts>
    <vt:vector size="25" baseType="lpstr">
      <vt:lpstr>Arial</vt:lpstr>
      <vt:lpstr>宋体</vt:lpstr>
      <vt:lpstr>Wingdings</vt:lpstr>
      <vt:lpstr>阿里巴巴普惠体 Light</vt:lpstr>
      <vt:lpstr>阿里巴巴普惠体</vt:lpstr>
      <vt:lpstr>演示镇魂行楷</vt:lpstr>
      <vt:lpstr>微软雅黑</vt:lpstr>
      <vt:lpstr>Arial Unicode MS</vt:lpstr>
      <vt:lpstr>Calibri</vt:lpstr>
      <vt:lpstr>KSOF3626067E</vt:lpstr>
      <vt:lpstr>Segoe Print</vt:lpstr>
      <vt:lpstr>KSOF36267ADD</vt:lpstr>
      <vt:lpstr>演示镇魂行楷</vt:lpstr>
      <vt:lpstr>阿里巴巴普惠体</vt:lpstr>
      <vt:lpstr>阿里巴巴普惠体 Light</vt:lpstr>
      <vt:lpstr>黑体</vt:lpstr>
      <vt:lpstr>仿宋</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1036609922@qq.com</dc:creator>
  <cp:lastModifiedBy>Forget</cp:lastModifiedBy>
  <cp:revision>30</cp:revision>
  <dcterms:created xsi:type="dcterms:W3CDTF">2021-04-07T01:38:00Z</dcterms:created>
  <dcterms:modified xsi:type="dcterms:W3CDTF">2026-06-12T08:42:14Z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KSOTemplateUUID">
    <vt:lpwstr>v1.0_mb_wiPHA3EpC4V1NNkA00U8ww==</vt:lpwstr>
  </property>
  <property fmtid="{D5CDD505-2E9C-101B-9397-08002B2CF9AE}" pid="4" name="ICV">
    <vt:lpwstr>AE6E50783FCF4D1CA8C500B7656FABBD_11</vt:lpwstr>
  </property>
</Properties>
</file>